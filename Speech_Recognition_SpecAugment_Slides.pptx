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 (%)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 (no aug.)</c:v>
                  </c:pt>
                  <c:pt idx="1">
                    <c:v>Fine-tuned + SpecAugment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C5CA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3593"/>
              </a:solidFill>
              <a:effectLst/>
            </c:spPr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bubble3D val="0"/>
            <c:spPr>
              <a:solidFill>
                <a:srgbClr val="880E4F"/>
              </a:solidFill>
              <a:effectLst/>
            </c:spPr>
          </c:dPt>
          <c:dPt>
            <c:idx val="4"/>
            <c:bubble3D val="0"/>
            <c:spPr>
              <a:solidFill>
                <a:srgbClr val="01579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Audio Preprocessing</c:v>
                </c:pt>
                <c:pt idx="1">
                  <c:v>Image Warping</c:v>
                </c:pt>
                <c:pt idx="2">
                  <c:v>Time Warping</c:v>
                </c:pt>
                <c:pt idx="3">
                  <c:v>Masking+Training</c:v>
                </c:pt>
                <c:pt idx="4">
                  <c:v>Pipeline+GUI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7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0292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3949AB">
              <a:alpha val="6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02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</a:rPr>
              <a:t>ACADEMIC PROJECT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Speech Recognition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A825"/>
                </a:solidFill>
              </a:rPr>
              <a:t>with SpecAugment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5CAE9"/>
                </a:solidFill>
              </a:rPr>
              <a:t>Improving ASR Accuracy via Data Augmentation on Mel Spectrograms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34015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949AB">
              <a:alpha val="5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Whisper 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4015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949AB">
              <a:alpha val="5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SpecAugment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4015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949AB">
              <a:alpha val="5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WER Evaluation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68112" y="34015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949AB">
              <a:alpha val="5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GUI 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95744" y="34015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949AB">
              <a:alpha val="5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5 Members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Whisper Fine-Tuning  ·  SpecAugment  ·  WER Evaluation  ·  GUI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25603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3593"/>
                </a:solidFill>
              </a:rPr>
              <a:t>Goals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5CA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41832"/>
            <a:ext cx="347472" cy="347472"/>
          </a:xfrm>
          <a:prstGeom prst="ellipse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41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593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" y="868680"/>
            <a:ext cx="3712464" cy="114300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868680"/>
            <a:ext cx="54864" cy="1143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868680"/>
            <a:ext cx="35478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Convert audio signals into mel spectrograms for model-ready input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347472" cy="347472"/>
          </a:xfrm>
          <a:prstGeom prst="ellipse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593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" y="2167128"/>
            <a:ext cx="3712464" cy="114300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2167128"/>
            <a:ext cx="54864" cy="1143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167128"/>
            <a:ext cx="35478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Apply SpecAugment (warping + masking) to improve training diversity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347472" cy="347472"/>
          </a:xfrm>
          <a:prstGeom prst="ellipse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593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" y="3465576"/>
            <a:ext cx="3712464" cy="114300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465576"/>
            <a:ext cx="54864" cy="1143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465576"/>
            <a:ext cx="35478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Fine-tune a pretrained Whisper speech recognition model on a custom dataset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941832"/>
            <a:ext cx="347472" cy="347472"/>
          </a:xfrm>
          <a:prstGeom prst="ellipse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941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593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65776" y="868680"/>
            <a:ext cx="3712464" cy="114300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65776" y="868680"/>
            <a:ext cx="54864" cy="1143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868680"/>
            <a:ext cx="35478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Evaluate accuracy using Word Error Rate (WER) before and after training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240280"/>
            <a:ext cx="347472" cy="347472"/>
          </a:xfrm>
          <a:prstGeom prst="ellipse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593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65776" y="2167128"/>
            <a:ext cx="3712464" cy="114300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65776" y="2167128"/>
            <a:ext cx="54864" cy="1143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2167128"/>
            <a:ext cx="35478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Build a GUI app for real-time speech transcription and model comparison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538728"/>
            <a:ext cx="347472" cy="347472"/>
          </a:xfrm>
          <a:prstGeom prst="ellipse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593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65776" y="3465576"/>
            <a:ext cx="3712464" cy="114300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65776" y="3465576"/>
            <a:ext cx="54864" cy="1143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3792" y="3465576"/>
            <a:ext cx="35478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Demonstrate measurable improvement over the baseline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System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25603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35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5CA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822960"/>
            <a:ext cx="50292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21992" y="859536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Audio Input &amp;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21992" y="116128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Load .wav files @ 16 kHz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499616"/>
            <a:ext cx="0" cy="246888"/>
          </a:xfrm>
          <a:prstGeom prst="line">
            <a:avLst/>
          </a:prstGeom>
          <a:noFill/>
          <a:ln w="19050">
            <a:solidFill>
              <a:srgbClr val="C5CA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733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AE9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1938528"/>
            <a:ext cx="50292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21992" y="1975104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Mel Spectrogram Conversion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21992" y="227685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Time × Frequency representation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615184"/>
            <a:ext cx="0" cy="246888"/>
          </a:xfrm>
          <a:prstGeom prst="line">
            <a:avLst/>
          </a:prstGeom>
          <a:noFill/>
          <a:ln w="19050">
            <a:solidFill>
              <a:srgbClr val="C5CA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7889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AE9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57400" y="3054096"/>
            <a:ext cx="5029200" cy="6583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21992" y="309067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SpecAugment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21992" y="339242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Warping · Frequency Masking · Time Masking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730752"/>
            <a:ext cx="0" cy="246888"/>
          </a:xfrm>
          <a:prstGeom prst="line">
            <a:avLst/>
          </a:prstGeom>
          <a:noFill/>
          <a:ln w="19050">
            <a:solidFill>
              <a:srgbClr val="C5CA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904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AE9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57400" y="4169664"/>
            <a:ext cx="50292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21992" y="420624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Whisper Fine-Tuning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21992" y="450799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openai/whisper-small.en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4846320"/>
            <a:ext cx="0" cy="246888"/>
          </a:xfrm>
          <a:prstGeom prst="line">
            <a:avLst/>
          </a:prstGeom>
          <a:noFill/>
          <a:ln w="19050">
            <a:solidFill>
              <a:srgbClr val="C5CA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50200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AE9"/>
                </a:solidFill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57400" y="5285232"/>
            <a:ext cx="50292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21992" y="5321808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+ GUI Output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21992" y="562356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WER metric · Live transcription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SpecAugment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25603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3593"/>
                </a:solidFill>
              </a:rPr>
              <a:t>Core Innovation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7A"/>
                </a:solidFill>
              </a:rPr>
              <a:t>Instead of training on clean fixed spectrograms, SpecAugment creates modified versions that simulate real-world speech variation.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2651760" cy="310896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70432"/>
            <a:ext cx="2651760" cy="91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35024"/>
            <a:ext cx="566928" cy="47548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3502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18288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</a:rPr>
              <a:t>Time Warping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21284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Shifts speech features along the time axis to simulate speakers talking at different speeds.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776472"/>
            <a:ext cx="2432304" cy="347472"/>
          </a:xfrm>
          <a:prstGeom prst="roundRect">
            <a:avLst>
              <a:gd name="adj" fmla="val 21053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776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593"/>
                </a:solidFill>
              </a:rPr>
              <a:t>↑ Robust to speaking speed variation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170432"/>
            <a:ext cx="2651760" cy="310896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70432"/>
            <a:ext cx="2651760" cy="914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335024"/>
            <a:ext cx="566928" cy="475488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33502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18288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</a:rPr>
              <a:t>Frequency Masking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0128" y="221284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Hides random frequency bands to simulate noise, microphone variation, and missing frequency info.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3776472"/>
            <a:ext cx="2432304" cy="347472"/>
          </a:xfrm>
          <a:prstGeom prst="roundRect">
            <a:avLst>
              <a:gd name="adj" fmla="val 21053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776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593"/>
                </a:solidFill>
              </a:rPr>
              <a:t>↑ Robust to noise &amp; missing frequencies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170432"/>
            <a:ext cx="2651760" cy="310896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170432"/>
            <a:ext cx="2651760" cy="914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1335024"/>
            <a:ext cx="566928" cy="47548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33502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18288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</a:rPr>
              <a:t>Time Masking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44768" y="221284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Hides random time segments, simulating unclear or silent portions of the speech signal.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44768" y="3776472"/>
            <a:ext cx="2432304" cy="347472"/>
          </a:xfrm>
          <a:prstGeom prst="roundRect">
            <a:avLst>
              <a:gd name="adj" fmla="val 21053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776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593"/>
                </a:solidFill>
              </a:rPr>
              <a:t>↑ Robust to incomplete audio signals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Why SpecAugment Improves Accuracy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25603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3593"/>
                </a:solidFill>
              </a:rPr>
              <a:t>Benefits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5CA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41248"/>
            <a:ext cx="4096512" cy="1078992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932688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Speaking speed variation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261872"/>
            <a:ext cx="3410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Time warping simulates fast/slow speakers so the model handles all tempos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4096512" cy="1078992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22576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157984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Background noise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487168"/>
            <a:ext cx="3410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Frequency masking forces the model not to over-rely on clean frequency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4096512" cy="1078992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47872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383280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Incomplete audio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712464"/>
            <a:ext cx="3410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Time masking trains robustness when parts of the signal are silent or cut off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841248"/>
            <a:ext cx="4096512" cy="1078992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097280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9512" y="932688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Better generalization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9512" y="1261872"/>
            <a:ext cx="3410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Diverse training prevents overfitting; model learns general speech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45152" y="2066544"/>
            <a:ext cx="4096512" cy="1078992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2322576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322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9512" y="2157984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Lower WER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9512" y="2487168"/>
            <a:ext cx="3410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Augmented training consistently reduces Word Error Rate vs the baseline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3291840"/>
            <a:ext cx="4096512" cy="1078992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547872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9512" y="3383280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Stable predictions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9512" y="3712464"/>
            <a:ext cx="34107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Consistent output across unseen speakers and microphone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Evaluation — Word Error Rate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25603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3593"/>
                </a:solidFill>
              </a:rPr>
              <a:t>Results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5CA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397764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397764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Baseline WER (before fine-tuning)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</a:rPr>
              <a:t>~32%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7A"/>
                </a:solidFill>
              </a:rPr>
              <a:t>openai/whisper-small.en · no augmentation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865376"/>
            <a:ext cx="2926080" cy="201168"/>
          </a:xfrm>
          <a:prstGeom prst="rect">
            <a:avLst/>
          </a:prstGeom>
          <a:solidFill>
            <a:srgbClr val="C62828">
              <a:alpha val="40000"/>
            </a:srgbClr>
          </a:solidFill>
          <a:ln w="12700">
            <a:solidFill>
              <a:srgbClr val="C6282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822960"/>
            <a:ext cx="397764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22960"/>
            <a:ext cx="39776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Improved WER (after fine-tuning + SpecAugment)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~14%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7A"/>
                </a:solidFill>
              </a:rPr>
              <a:t>Whisper + SpecAugment · dataset fine-tuned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865376"/>
            <a:ext cx="1280160" cy="201168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88920"/>
            <a:ext cx="397764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34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Accuracy = 1 − 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WER 0.14  →  Accuracy 86%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788920"/>
            <a:ext cx="3977640" cy="82296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834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Correct:    "The cat sat on the mat"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Predicted: "The cat is on the mat"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65760" y="3703320"/>
          <a:ext cx="841248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Team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25603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3593"/>
                </a:solidFill>
              </a:rPr>
              <a:t>5 Members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6350">
            <a:solidFill>
              <a:srgbClr val="C5CA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41248"/>
            <a:ext cx="2633472" cy="1115568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97280"/>
            <a:ext cx="548640" cy="548640"/>
          </a:xfrm>
          <a:prstGeom prst="ellipse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593"/>
                </a:solidFill>
              </a:rPr>
              <a:t>M1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93268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Member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18872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3593"/>
                </a:solidFill>
              </a:rPr>
              <a:t>Audio Preprocessing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1408176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Audio loading and mel spectrogram conversion — prepares raw audio for the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63824" y="841248"/>
            <a:ext cx="2633472" cy="1115568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00984" y="1097280"/>
            <a:ext cx="548640" cy="54864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M2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41064" y="93268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Member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41064" y="118872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Sparse Image Warping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41064" y="1408176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Implements the interpolation algorithm used as the base for time warping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841248"/>
            <a:ext cx="2633472" cy="1115568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9048" y="1097280"/>
            <a:ext cx="548640" cy="54864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M3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39128" y="93268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Member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39128" y="118872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Time Warping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39128" y="1408176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Augments the spectrogram along the time axis to simulate speaking speed variation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121408"/>
            <a:ext cx="2633472" cy="1115568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377440"/>
            <a:ext cx="548640" cy="54864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0E4F"/>
                </a:solidFill>
              </a:rPr>
              <a:t>M4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221284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Member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246888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</a:rPr>
              <a:t>Masking + Training + Eval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2688336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Frequency &amp; time masking, dataset prep, fine-tuning, WER calculation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63824" y="2121408"/>
            <a:ext cx="5431536" cy="1115568"/>
          </a:xfrm>
          <a:prstGeom prst="rect">
            <a:avLst/>
          </a:prstGeom>
          <a:solidFill>
            <a:srgbClr val="F5F6FA"/>
          </a:solidFill>
          <a:ln w="12700">
            <a:solidFill>
              <a:srgbClr val="C5CA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00984" y="2377440"/>
            <a:ext cx="548640" cy="548640"/>
          </a:xfrm>
          <a:prstGeom prst="ellipse">
            <a:avLst/>
          </a:prstGeom>
          <a:solidFill>
            <a:srgbClr val="E1F5FE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579B"/>
                </a:solidFill>
              </a:rPr>
              <a:t>M5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41064" y="221284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Member 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41064" y="2468880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579B"/>
                </a:solidFill>
              </a:rPr>
              <a:t>Pipeline · Visualization · GUI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41064" y="2688336"/>
            <a:ext cx="45628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</a:rPr>
              <a:t>Integrated the full system end-to-end, built the GUI for real-time speech transcription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61888" y="2121408"/>
            <a:ext cx="2816352" cy="1115568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21762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3593"/>
                </a:solidFill>
              </a:rPr>
              <a:t>Full system integration: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53328" y="24505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3593"/>
                </a:solidFill>
              </a:rPr>
              <a:t>Preprocessing pipeline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3593"/>
                </a:solidFill>
              </a:rPr>
              <a:t>Augmentation + benchmarking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3593"/>
                </a:solidFill>
              </a:rPr>
              <a:t>Visualization tools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3593"/>
                </a:solidFill>
              </a:rPr>
              <a:t>GUI live transcription app</a:t>
            </a:r>
            <a:endParaRPr lang="en-US" sz="10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365760" y="3383280"/>
          <a:ext cx="841248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04672"/>
          </a:xfrm>
          <a:prstGeom prst="rect">
            <a:avLst/>
          </a:prstGeom>
          <a:solidFill>
            <a:srgbClr val="283593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825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Speech recognition accuracy is improved through data augmentation — without collecting more audio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8229600" cy="804672"/>
          </a:xfrm>
          <a:prstGeom prst="rect">
            <a:avLst/>
          </a:prstGeom>
          <a:solidFill>
            <a:srgbClr val="283593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84248"/>
            <a:ext cx="64008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8424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825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84248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Modified spectrograms simulate real-world variation: speed, noise, and signal drops.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8229600" cy="804672"/>
          </a:xfrm>
          <a:prstGeom prst="rect">
            <a:avLst/>
          </a:prstGeom>
          <a:solidFill>
            <a:srgbClr val="283593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16936"/>
            <a:ext cx="64008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1693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825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916936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fine-tuned Whisper model becomes more robust and generalises better to unseen audio.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8229600" cy="804672"/>
          </a:xfrm>
          <a:prstGeom prst="rect">
            <a:avLst/>
          </a:prstGeom>
          <a:solidFill>
            <a:srgbClr val="283593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9624"/>
            <a:ext cx="64008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49624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825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849624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Whisper + SpecAugment + WER evaluation + GUI deliver both a practical app and reproducible method.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AE9"/>
                </a:solidFill>
              </a:rPr>
              <a:t>Speech Recognition with SpecAugment  ·  Project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Recognition with SpecAugment</dc:title>
  <dc:subject>PptxGenJS Presentation</dc:subject>
  <dc:creator>Project Team</dc:creator>
  <cp:lastModifiedBy>Project Team</cp:lastModifiedBy>
  <cp:revision>1</cp:revision>
  <dcterms:created xsi:type="dcterms:W3CDTF">2026-05-11T01:03:06Z</dcterms:created>
  <dcterms:modified xsi:type="dcterms:W3CDTF">2026-05-11T01:03:06Z</dcterms:modified>
</cp:coreProperties>
</file>